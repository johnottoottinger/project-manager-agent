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 person, two brands, one project-manager agent. Five weeks of shipping.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Oddtoe = experiential/animation. The Datalabs Agency = data visualization since 2012. Both Melbourne WordPress businesses, both run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repo: design kits, the 4pm scout + 5am builder cloud routines, and the full publish flow with ledgers.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un-sexy slide. Seven invisible fixes that decide whether anything else gets found. Speak to one or two only — the cache incident and the rate card are the best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pages live between 14 and 25 August, two more in review. Each targets validated search demand from GSC + keyword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service line: Inflatable Artist page in review, imagery from the Midjourney style work. Quote Otto's line: air is the cheapest and most reliable medium to design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Havas Ham-Bag: sold 20 Aug, 150 units at $17,655 inc GST, ~50% margin. The image is the actual plug-end artwork spec. The agent ran supplier sourcing (Szoneier), three quote tiers, the critical-path timeline around Golden Week, freight comparison and customs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Visual Case Studies drafted in one overnight batch, from Marriott to Gumtree/eBay. The grid is Intel's 90-module Power BI design system — on the live page it assembles cell by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olive end slide. 11 published, 10 staged, 2 brands rebuilt, 1 product sold — in five weeks, solo, with one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Ottinger-Claude-Projects-2026-project-manager-agent/a6374f8f-7db8-463e-bc3b-d2dcf5f581fb/scratchpad/img/logo-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480000">
            <a:off x="3809848" y="502920"/>
            <a:ext cx="4572000" cy="2498361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5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0" y="3337560"/>
            <a:ext cx="121916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five weeks with an agent…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274320" y="4165508"/>
            <a:ext cx="11643055" cy="945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TWO BRANDS, ONE AGENT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5775808" y="5239455"/>
            <a:ext cx="640080" cy="0"/>
          </a:xfrm>
          <a:prstGeom prst="line">
            <a:avLst/>
          </a:prstGeom>
          <a:noFill/>
          <a:ln w="28575">
            <a:solidFill>
              <a:srgbClr val="DDDDDD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274320" y="5422335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OTTO OTTINGER · AI SOLOPRENEUR GRADUATION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first, the introductions…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056548"/>
            <a:ext cx="11643055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ONE PERSON, TWO STUDIOS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35828" y="1815184"/>
            <a:ext cx="320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998064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BOTH in MELBOURNE, BOTH on WORDPRESS, BOTH MINE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5148" y="2610712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26161F"/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148" y="28393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the odd one…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95148" y="33879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ODDTOE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98068" y="4028032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Experiential design and animation. Giant characters, installations, activations and generative animation — designed in Melbourne, shipped anywhere.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9468" y="5838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INSTALLATIONS · ANIMATION · CHARACTER DESIGN · PROPS &amp; INFLATABLES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1588" y="2610712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2F2E3A"/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1588" y="28393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the numbers one…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1588" y="33879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DATALABS AGENCY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04508" y="4028032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Data visualization and storytelling since 2012. Dashboard design, BI style guides and training workshops for some very large names.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75908" y="5838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DASHBOARD DESIGN · WORKSHOPS · POWER BI · TABLEAU · STYLE GUIDES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the machine behind it…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056548"/>
            <a:ext cx="11643055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AN AGENT that SHIPS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35828" y="1815184"/>
            <a:ext cx="320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998064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A PROJECT MANAGER that WORKS while I SLEEP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5148" y="2610712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414141"/>
          </a:solidFill>
          <a:ln/>
        </p:spPr>
      </p:sp>
      <p:sp>
        <p:nvSpPr>
          <p:cNvPr id="7" name="Text 5"/>
          <p:cNvSpPr/>
          <p:nvPr/>
        </p:nvSpPr>
        <p:spPr>
          <a:xfrm>
            <a:off x="815188" y="2885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DESIGN KITS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5188" y="3387952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Both brands' page templates snapshotted as reusable pattern kits. The agent composes real WordPress pages from them — it never touches my art direction.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5628" y="2610712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414141"/>
          </a:solidFill>
          <a:ln/>
        </p:spPr>
      </p:sp>
      <p:sp>
        <p:nvSpPr>
          <p:cNvPr id="10" name="Text 8"/>
          <p:cNvSpPr/>
          <p:nvPr/>
        </p:nvSpPr>
        <p:spPr>
          <a:xfrm>
            <a:off x="4655668" y="2885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OVERNIGHT ROUTINES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55668" y="3387952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A 4pm scout reads the search data and picks the next page worth building. A 5am builder drafts it. Both brands, every night.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76108" y="2610712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414141"/>
          </a:solidFill>
          <a:ln/>
        </p:spPr>
      </p:sp>
      <p:sp>
        <p:nvSpPr>
          <p:cNvPr id="13" name="Text 11"/>
          <p:cNvSpPr/>
          <p:nvPr/>
        </p:nvSpPr>
        <p:spPr>
          <a:xfrm>
            <a:off x="8496148" y="2885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FULL PUBLISH FLOW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96148" y="3387952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Draft, my review, publish, internal link pass, then Google and Bing indexing — every step logged in ledgers the agent keeps.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448" y="5582512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000000">
              <a:alpha val="40000"/>
            </a:srgbClr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448" y="55825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Search 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35328" y="5582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6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38248" y="558251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0000">
              <a:alpha val="40000"/>
            </a:srgbClr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38248" y="5582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Scout picks a target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67048" y="5582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6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69968" y="5582512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000000">
              <a:alpha val="40000"/>
            </a:srgbClr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9968" y="5582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Builder composes a draft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10248" y="5582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6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13168" y="5582512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000000">
              <a:alpha val="40000"/>
            </a:srgbClr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3168" y="5582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Otto reviews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30488" y="5582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6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433408" y="5582512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000000">
              <a:alpha val="40000"/>
            </a:srgbClr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33408" y="5582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Publish, links, indexing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4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chapter one: foundations…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010828"/>
            <a:ext cx="11643055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UN-SEXY WINS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35828" y="1769464"/>
            <a:ext cx="320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952344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NONE of THIS is VISIBLE. ALL of IT DECIDES if the VISIBLE WORK GETS FOUND.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9428" y="25375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VANISHING WEBSITE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9428" y="28393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Caught oddtoe.com intermittently serving the Datalabs homepage — a cache incident that risked one brand being deleted from Google.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9428" y="3397096"/>
            <a:ext cx="539496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7308" y="25375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IDENTITY PAPERS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47308" y="28393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Organization and Person schema, entity fixes and llms.txt on both sites, so AI assistants know who these businesses are.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47308" y="3397096"/>
            <a:ext cx="539496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428" y="34702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ON THE MAP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9428" y="37720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Google Business Profile and Bing Places listings claimed, cleaned and synced for both brands.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9428" y="4329784"/>
            <a:ext cx="539496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7308" y="34702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REAL RATE CARD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47308" y="37720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Nine years of Xero invoices analysed to lock a public price list and an internal floor — pricing from evidence, not vibes.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47308" y="4329784"/>
            <a:ext cx="539496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428" y="44029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108 MISSING BLURBS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9428" y="47046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A site-wide meta-description audit and writing pass, so every page pitches itself in search results.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9428" y="5262472"/>
            <a:ext cx="539496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7308" y="44029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REDIRECT REPAIRS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47308" y="47046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Killed broken chains — including a keyword page that sent English visitors to a German blog post.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47308" y="5262472"/>
            <a:ext cx="539496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428" y="53356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INDEXING PLUMBING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9428" y="56373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Search Console and IndexNow wired for both sites. Every new page is requested, tracked and re-crawled.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9428" y="6195160"/>
            <a:ext cx="539496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chapter two: storefronts…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010828"/>
            <a:ext cx="11643055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ELEVEN MONEY PAGES in TWELVE DAYS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35828" y="1769464"/>
            <a:ext cx="320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952344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EVERY PAGE TARGETS a REAL SEARCH GAP, COMPOSED from MY DESIGN KITS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696" y="2519272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A8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8864" y="263814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ODDTOE · 14 AUG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8864" y="286674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BRAND ACTIVATION IDEAS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52064" y="2519272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A8F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3232" y="263814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ODDTOE · 16 AUG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53232" y="286674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WHAT IS GENERATIVE AI ANIMATION?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6432" y="2519272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A8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7600" y="263814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ODDTOE · 16 AUG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397600" y="286674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INSTALLATION ARTIST REBUILD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0800" y="2519272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A8F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41968" y="263814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ODDTOE · 19 AUG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341968" y="286674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BIGGEST EXPERIENTIAL AGENCIES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07696" y="3671416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A8F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864" y="379028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ODDTOE · 24 AUG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8864" y="4018888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ANIMATION AGENCY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52064" y="3671416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A8F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3232" y="379028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ODDTOE · 24 AUG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53232" y="4018888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CHARACTER DESIGN SERVICES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96432" y="3671416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18D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7600" y="379028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DATALABS · 14 AUG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97600" y="4018888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WORKSHOP PRICING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0800" y="3671416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18D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41968" y="379028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DATALABS · 19 AUG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341968" y="4018888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DATA VIZ &amp; DESIGN CONFERENCES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07696" y="4823560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18D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864" y="49424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DATALABS · 19 AUG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8864" y="5171032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DATA ANALYTICS CONFERENCES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252064" y="4823560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18D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3232" y="49424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DATALABS · 24 AUG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53232" y="5171032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TYPES OF DATA VISUALIZATION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196432" y="4823560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18D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7600" y="49424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DATALABS · 25 AUG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97600" y="5171032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DASHBOARD DESIGN SERVICES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140800" y="4823560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8A8F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41968" y="49424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IN REVIEW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341968" y="5171032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INFLATABLE ARTIST · PROP FABRICATION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0" y="608543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6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■ </a:t>
            </a:r>
            <a:pPr algn="ctr" indent="0" marL="0">
              <a:buNone/>
            </a:pPr>
            <a:r>
              <a:rPr lang="en-US" sz="90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ODDTOE      </a:t>
            </a:r>
            <a:pPr algn="ctr" indent="0" marL="0">
              <a:buNone/>
            </a:pPr>
            <a:r>
              <a:rPr lang="en-US" sz="1000" dirty="0">
                <a:solidFill>
                  <a:srgbClr val="818DA6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■ </a:t>
            </a:r>
            <a:pPr algn="ctr" indent="0" marL="0">
              <a:buNone/>
            </a:pPr>
            <a:r>
              <a:rPr lang="en-US" sz="90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THE DATALABS AGENCY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a new line of work…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010828"/>
            <a:ext cx="11643055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ODDTOE ENTERS INFLATABLES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35828" y="1769464"/>
            <a:ext cx="320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952344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AIR is the CHEAPEST MEDIUM to DESIGN in, and the EASIEST to 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242783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Fun shapes, odd forms. Then voilà — a two-storey sculpture.</a:t>
            </a:r>
            <a:endParaRPr lang="en-US" sz="1400" dirty="0"/>
          </a:p>
        </p:txBody>
      </p:sp>
      <p:pic>
        <p:nvPicPr>
          <p:cNvPr id="7" name="Image 0" descr="/private/tmp/claude-501/-Users-Ottinger-Claude-Projects-2026-project-manager-agent/a6374f8f-7db8-463e-bc3b-d2dcf5f581fb/scratchpad/img/giant-inflatable-acorn-character-oddto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9136" y="2930752"/>
            <a:ext cx="269748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9136" y="5564224"/>
            <a:ext cx="2697480" cy="384048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08864" y="55642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GIANT ACORN CHARACTER</a:t>
            </a:r>
            <a:endParaRPr lang="en-US" sz="850" dirty="0"/>
          </a:p>
        </p:txBody>
      </p:sp>
      <p:pic>
        <p:nvPicPr>
          <p:cNvPr id="10" name="Image 1" descr="/private/tmp/claude-501/-Users-Ottinger-Claude-Projects-2026-project-manager-agent/a6374f8f-7db8-463e-bc3b-d2dcf5f581fb/scratchpad/img/illuminated-inflatable-sphere-night-installati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7784" y="2930752"/>
            <a:ext cx="2697480" cy="3017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7784" y="5564224"/>
            <a:ext cx="2697480" cy="384048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07512" y="55642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ILLUMINATED NIGHT SPHERE</a:t>
            </a:r>
            <a:endParaRPr lang="en-US" sz="850" dirty="0"/>
          </a:p>
        </p:txBody>
      </p:sp>
      <p:pic>
        <p:nvPicPr>
          <p:cNvPr id="13" name="Image 2" descr="/private/tmp/claude-501/-Users-Ottinger-Claude-Projects-2026-project-manager-agent/a6374f8f-7db8-463e-bc3b-d2dcf5f581fb/scratchpad/img/inflatable-walk-in-monster-festival-entranc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6432" y="2930752"/>
            <a:ext cx="2697480" cy="30175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6432" y="5564224"/>
            <a:ext cx="2697480" cy="384048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6306160" y="55642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WALK-IN FESTIVAL MONSTER</a:t>
            </a:r>
            <a:endParaRPr lang="en-US" sz="850" dirty="0"/>
          </a:p>
        </p:txBody>
      </p:sp>
      <p:pic>
        <p:nvPicPr>
          <p:cNvPr id="16" name="Image 3" descr="/private/tmp/claude-501/-Users-Ottinger-Claude-Projects-2026-project-manager-agent/a6374f8f-7db8-463e-bc3b-d2dcf5f581fb/scratchpad/img/inflatable-creature-dome-panel-pattern-rend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95080" y="2930752"/>
            <a:ext cx="2697480" cy="30175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095080" y="5564224"/>
            <a:ext cx="2697480" cy="384048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9204808" y="55642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3D PANEL-PATTERN DESIGN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chapter three: showpieces…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4416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HAM-BAG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41248" y="2157984"/>
            <a:ext cx="320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408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FIRST SALE of the MODERN ODDTOE ERA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816352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A neoprene cooler bag shaped like a Christmas ham — the hero giveaway for a major Australian retailer's activation, via agency Havas. The agent ran sourcing, quoting, the critical-path timeline, freight and customs. Sold on 20 August.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4142232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00000">
              <a:alpha val="40000"/>
            </a:srgbClr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425196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$17,655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467258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DEAL VALUE · 150 UNITS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794760" y="4142232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00000">
              <a:alpha val="40000"/>
            </a:srgbClr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5928" y="425196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~50%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95928" y="467258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MARGIN, TOP OF BAND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5257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00000">
              <a:alpha val="40000"/>
            </a:srgbClr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36752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CHINA → SYDNEY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578815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THREADING GOLDEN WEEK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94760" y="5257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00000">
              <a:alpha val="40000"/>
            </a:srgbClr>
          </a:solidFill>
          <a:ln w="6350">
            <a:solidFill>
              <a:srgbClr val="DDCCB1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95928" y="536752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" kern="0" dirty="0">
                <a:solidFill>
                  <a:srgbClr val="DDCCB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SOLD 20 AUG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95928" y="578815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SAMPLE NOW IN MOTION</a:t>
            </a:r>
            <a:endParaRPr lang="en-US" sz="800" dirty="0"/>
          </a:p>
        </p:txBody>
      </p:sp>
      <p:pic>
        <p:nvPicPr>
          <p:cNvPr id="19" name="Image 0" descr="/private/tmp/claude-501/-Users-Ottinger-Claude-Projects-2026-project-manager-agent/a6374f8f-7db8-463e-bc3b-d2dcf5f581fb/scratchpad/img/hamplu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7635240" y="1554480"/>
            <a:ext cx="3749040" cy="3749040"/>
          </a:xfrm>
          <a:prstGeom prst="ellipse">
            <a:avLst/>
          </a:prstGeom>
          <a:effectLst>
            <a:outerShdw sx="100000" sy="100000" kx="0" ky="0" algn="bl" rotWithShape="0" blurRad="203200" dist="1016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DCCB1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and for the numbers one…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1612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EIGHT CASE STUDIES in ONE NIGHT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41248" y="1911096"/>
            <a:ext cx="320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93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VISUAL, ANIMATED, BUILT from 14 YEARS of CLIENT ARCHIVES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5117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Interactive case-study pages drafted overnight by the agent — diagrams, hotspots and real project artefacts, ready for my review.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741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MARRIOTT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6674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73 metrics to 4 dashboards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3986784"/>
            <a:ext cx="306324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33741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ADIDAS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51960" y="366674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150+ trained, 4 continents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3986784"/>
            <a:ext cx="306324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873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37997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a Power BI design system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4700016"/>
            <a:ext cx="306324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40873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BLACKROCK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51960" y="437997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one design language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51960" y="4700016"/>
            <a:ext cx="306324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006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LOCKHEED MARTIN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0932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287 emerging leaders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5413248"/>
            <a:ext cx="306324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48006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NEOM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251960" y="50932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education data foundations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51960" y="5413248"/>
            <a:ext cx="306324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5138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TRANSURBAN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2960" y="58064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a public policy calculator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" y="6126480"/>
            <a:ext cx="306324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55138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GUMTREE / EBAY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251960" y="58064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visual BI strategy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51960" y="6126480"/>
            <a:ext cx="3063240" cy="0"/>
          </a:xfrm>
          <a:prstGeom prst="line">
            <a:avLst/>
          </a:prstGeom>
          <a:noFill/>
          <a:ln w="6350">
            <a:solidFill>
              <a:srgbClr val="DDCCB1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463040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32" name="Shape 30"/>
          <p:cNvSpPr/>
          <p:nvPr/>
        </p:nvSpPr>
        <p:spPr>
          <a:xfrm>
            <a:off x="8471916" y="1463040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33" name="Shape 31"/>
          <p:cNvSpPr/>
          <p:nvPr/>
        </p:nvSpPr>
        <p:spPr>
          <a:xfrm>
            <a:off x="8851392" y="1463040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34" name="Shape 32"/>
          <p:cNvSpPr/>
          <p:nvPr/>
        </p:nvSpPr>
        <p:spPr>
          <a:xfrm>
            <a:off x="9230868" y="1463040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35" name="Shape 33"/>
          <p:cNvSpPr/>
          <p:nvPr/>
        </p:nvSpPr>
        <p:spPr>
          <a:xfrm>
            <a:off x="9610344" y="1463040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36" name="Shape 34"/>
          <p:cNvSpPr/>
          <p:nvPr/>
        </p:nvSpPr>
        <p:spPr>
          <a:xfrm>
            <a:off x="9989820" y="1463040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37" name="Shape 35"/>
          <p:cNvSpPr/>
          <p:nvPr/>
        </p:nvSpPr>
        <p:spPr>
          <a:xfrm>
            <a:off x="10369296" y="1463040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48772" y="1463040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28248" y="1463040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40" name="Shape 38"/>
          <p:cNvSpPr/>
          <p:nvPr/>
        </p:nvSpPr>
        <p:spPr>
          <a:xfrm>
            <a:off x="8092440" y="1842516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41" name="Shape 39"/>
          <p:cNvSpPr/>
          <p:nvPr/>
        </p:nvSpPr>
        <p:spPr>
          <a:xfrm>
            <a:off x="8471916" y="1842516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42" name="Shape 40"/>
          <p:cNvSpPr/>
          <p:nvPr/>
        </p:nvSpPr>
        <p:spPr>
          <a:xfrm>
            <a:off x="8851392" y="1842516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43" name="Shape 41"/>
          <p:cNvSpPr/>
          <p:nvPr/>
        </p:nvSpPr>
        <p:spPr>
          <a:xfrm>
            <a:off x="9230868" y="1842516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44" name="Shape 42"/>
          <p:cNvSpPr/>
          <p:nvPr/>
        </p:nvSpPr>
        <p:spPr>
          <a:xfrm>
            <a:off x="9610344" y="1842516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45" name="Shape 43"/>
          <p:cNvSpPr/>
          <p:nvPr/>
        </p:nvSpPr>
        <p:spPr>
          <a:xfrm>
            <a:off x="9989820" y="1842516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69296" y="1842516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47" name="Shape 45"/>
          <p:cNvSpPr/>
          <p:nvPr/>
        </p:nvSpPr>
        <p:spPr>
          <a:xfrm>
            <a:off x="10748772" y="1842516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28248" y="1842516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49" name="Shape 47"/>
          <p:cNvSpPr/>
          <p:nvPr/>
        </p:nvSpPr>
        <p:spPr>
          <a:xfrm>
            <a:off x="8092440" y="2221992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50" name="Shape 48"/>
          <p:cNvSpPr/>
          <p:nvPr/>
        </p:nvSpPr>
        <p:spPr>
          <a:xfrm>
            <a:off x="8471916" y="2221992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51" name="Shape 49"/>
          <p:cNvSpPr/>
          <p:nvPr/>
        </p:nvSpPr>
        <p:spPr>
          <a:xfrm>
            <a:off x="8851392" y="2221992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52" name="Shape 50"/>
          <p:cNvSpPr/>
          <p:nvPr/>
        </p:nvSpPr>
        <p:spPr>
          <a:xfrm>
            <a:off x="9230868" y="2221992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53" name="Shape 51"/>
          <p:cNvSpPr/>
          <p:nvPr/>
        </p:nvSpPr>
        <p:spPr>
          <a:xfrm>
            <a:off x="9610344" y="2221992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54" name="Shape 52"/>
          <p:cNvSpPr/>
          <p:nvPr/>
        </p:nvSpPr>
        <p:spPr>
          <a:xfrm>
            <a:off x="9989820" y="2221992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55" name="Shape 53"/>
          <p:cNvSpPr/>
          <p:nvPr/>
        </p:nvSpPr>
        <p:spPr>
          <a:xfrm>
            <a:off x="10369296" y="2221992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48772" y="2221992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128248" y="2221992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58" name="Shape 56"/>
          <p:cNvSpPr/>
          <p:nvPr/>
        </p:nvSpPr>
        <p:spPr>
          <a:xfrm>
            <a:off x="8092440" y="2601468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59" name="Shape 57"/>
          <p:cNvSpPr/>
          <p:nvPr/>
        </p:nvSpPr>
        <p:spPr>
          <a:xfrm>
            <a:off x="8471916" y="2601468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60" name="Shape 58"/>
          <p:cNvSpPr/>
          <p:nvPr/>
        </p:nvSpPr>
        <p:spPr>
          <a:xfrm>
            <a:off x="8851392" y="2601468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61" name="Shape 59"/>
          <p:cNvSpPr/>
          <p:nvPr/>
        </p:nvSpPr>
        <p:spPr>
          <a:xfrm>
            <a:off x="9230868" y="2601468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62" name="Shape 60"/>
          <p:cNvSpPr/>
          <p:nvPr/>
        </p:nvSpPr>
        <p:spPr>
          <a:xfrm>
            <a:off x="9610344" y="2601468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63" name="Shape 61"/>
          <p:cNvSpPr/>
          <p:nvPr/>
        </p:nvSpPr>
        <p:spPr>
          <a:xfrm>
            <a:off x="9989820" y="2601468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64" name="Shape 62"/>
          <p:cNvSpPr/>
          <p:nvPr/>
        </p:nvSpPr>
        <p:spPr>
          <a:xfrm>
            <a:off x="10369296" y="2601468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65" name="Shape 63"/>
          <p:cNvSpPr/>
          <p:nvPr/>
        </p:nvSpPr>
        <p:spPr>
          <a:xfrm>
            <a:off x="10748772" y="2601468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66" name="Shape 64"/>
          <p:cNvSpPr/>
          <p:nvPr/>
        </p:nvSpPr>
        <p:spPr>
          <a:xfrm>
            <a:off x="11128248" y="2601468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67" name="Shape 65"/>
          <p:cNvSpPr/>
          <p:nvPr/>
        </p:nvSpPr>
        <p:spPr>
          <a:xfrm>
            <a:off x="8092440" y="2980944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68" name="Shape 66"/>
          <p:cNvSpPr/>
          <p:nvPr/>
        </p:nvSpPr>
        <p:spPr>
          <a:xfrm>
            <a:off x="8471916" y="2980944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69" name="Shape 67"/>
          <p:cNvSpPr/>
          <p:nvPr/>
        </p:nvSpPr>
        <p:spPr>
          <a:xfrm>
            <a:off x="8851392" y="2980944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70" name="Shape 68"/>
          <p:cNvSpPr/>
          <p:nvPr/>
        </p:nvSpPr>
        <p:spPr>
          <a:xfrm>
            <a:off x="9230868" y="2980944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71" name="Shape 69"/>
          <p:cNvSpPr/>
          <p:nvPr/>
        </p:nvSpPr>
        <p:spPr>
          <a:xfrm>
            <a:off x="9610344" y="2980944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72" name="Shape 70"/>
          <p:cNvSpPr/>
          <p:nvPr/>
        </p:nvSpPr>
        <p:spPr>
          <a:xfrm>
            <a:off x="9989820" y="2980944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73" name="Shape 71"/>
          <p:cNvSpPr/>
          <p:nvPr/>
        </p:nvSpPr>
        <p:spPr>
          <a:xfrm>
            <a:off x="10369296" y="2980944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74" name="Shape 72"/>
          <p:cNvSpPr/>
          <p:nvPr/>
        </p:nvSpPr>
        <p:spPr>
          <a:xfrm>
            <a:off x="10748772" y="2980944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75" name="Shape 73"/>
          <p:cNvSpPr/>
          <p:nvPr/>
        </p:nvSpPr>
        <p:spPr>
          <a:xfrm>
            <a:off x="11128248" y="2980944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76" name="Shape 74"/>
          <p:cNvSpPr/>
          <p:nvPr/>
        </p:nvSpPr>
        <p:spPr>
          <a:xfrm>
            <a:off x="8092440" y="3360420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77" name="Shape 75"/>
          <p:cNvSpPr/>
          <p:nvPr/>
        </p:nvSpPr>
        <p:spPr>
          <a:xfrm>
            <a:off x="8471916" y="3360420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78" name="Shape 76"/>
          <p:cNvSpPr/>
          <p:nvPr/>
        </p:nvSpPr>
        <p:spPr>
          <a:xfrm>
            <a:off x="8851392" y="3360420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79" name="Shape 77"/>
          <p:cNvSpPr/>
          <p:nvPr/>
        </p:nvSpPr>
        <p:spPr>
          <a:xfrm>
            <a:off x="9230868" y="3360420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80" name="Shape 78"/>
          <p:cNvSpPr/>
          <p:nvPr/>
        </p:nvSpPr>
        <p:spPr>
          <a:xfrm>
            <a:off x="9610344" y="3360420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81" name="Shape 79"/>
          <p:cNvSpPr/>
          <p:nvPr/>
        </p:nvSpPr>
        <p:spPr>
          <a:xfrm>
            <a:off x="9989820" y="3360420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82" name="Shape 80"/>
          <p:cNvSpPr/>
          <p:nvPr/>
        </p:nvSpPr>
        <p:spPr>
          <a:xfrm>
            <a:off x="10369296" y="3360420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83" name="Shape 81"/>
          <p:cNvSpPr/>
          <p:nvPr/>
        </p:nvSpPr>
        <p:spPr>
          <a:xfrm>
            <a:off x="10748772" y="3360420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84" name="Shape 82"/>
          <p:cNvSpPr/>
          <p:nvPr/>
        </p:nvSpPr>
        <p:spPr>
          <a:xfrm>
            <a:off x="11128248" y="3360420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85" name="Shape 83"/>
          <p:cNvSpPr/>
          <p:nvPr/>
        </p:nvSpPr>
        <p:spPr>
          <a:xfrm>
            <a:off x="8092440" y="3739896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86" name="Shape 84"/>
          <p:cNvSpPr/>
          <p:nvPr/>
        </p:nvSpPr>
        <p:spPr>
          <a:xfrm>
            <a:off x="8471916" y="3739896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87" name="Shape 85"/>
          <p:cNvSpPr/>
          <p:nvPr/>
        </p:nvSpPr>
        <p:spPr>
          <a:xfrm>
            <a:off x="8851392" y="3739896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88" name="Shape 86"/>
          <p:cNvSpPr/>
          <p:nvPr/>
        </p:nvSpPr>
        <p:spPr>
          <a:xfrm>
            <a:off x="9230868" y="3739896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89" name="Shape 87"/>
          <p:cNvSpPr/>
          <p:nvPr/>
        </p:nvSpPr>
        <p:spPr>
          <a:xfrm>
            <a:off x="9610344" y="3739896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90" name="Shape 88"/>
          <p:cNvSpPr/>
          <p:nvPr/>
        </p:nvSpPr>
        <p:spPr>
          <a:xfrm>
            <a:off x="9989820" y="3739896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91" name="Shape 89"/>
          <p:cNvSpPr/>
          <p:nvPr/>
        </p:nvSpPr>
        <p:spPr>
          <a:xfrm>
            <a:off x="10369296" y="3739896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92" name="Shape 90"/>
          <p:cNvSpPr/>
          <p:nvPr/>
        </p:nvSpPr>
        <p:spPr>
          <a:xfrm>
            <a:off x="10748772" y="3739896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93" name="Shape 91"/>
          <p:cNvSpPr/>
          <p:nvPr/>
        </p:nvSpPr>
        <p:spPr>
          <a:xfrm>
            <a:off x="11128248" y="3739896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94" name="Shape 92"/>
          <p:cNvSpPr/>
          <p:nvPr/>
        </p:nvSpPr>
        <p:spPr>
          <a:xfrm>
            <a:off x="8092440" y="4119372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95" name="Shape 93"/>
          <p:cNvSpPr/>
          <p:nvPr/>
        </p:nvSpPr>
        <p:spPr>
          <a:xfrm>
            <a:off x="8471916" y="4119372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96" name="Shape 94"/>
          <p:cNvSpPr/>
          <p:nvPr/>
        </p:nvSpPr>
        <p:spPr>
          <a:xfrm>
            <a:off x="8851392" y="4119372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97" name="Shape 95"/>
          <p:cNvSpPr/>
          <p:nvPr/>
        </p:nvSpPr>
        <p:spPr>
          <a:xfrm>
            <a:off x="9230868" y="4119372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98" name="Shape 96"/>
          <p:cNvSpPr/>
          <p:nvPr/>
        </p:nvSpPr>
        <p:spPr>
          <a:xfrm>
            <a:off x="9610344" y="4119372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99" name="Shape 97"/>
          <p:cNvSpPr/>
          <p:nvPr/>
        </p:nvSpPr>
        <p:spPr>
          <a:xfrm>
            <a:off x="9989820" y="4119372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369296" y="4119372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748772" y="4119372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128248" y="4119372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092440" y="4498848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471916" y="4498848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851392" y="4498848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230868" y="4498848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610344" y="4498848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989820" y="4498848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369296" y="4498848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748772" y="4498848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128248" y="4498848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092440" y="4878324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471916" y="4878324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851392" y="4878324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9230868" y="4878324"/>
            <a:ext cx="329184" cy="329184"/>
          </a:xfrm>
          <a:prstGeom prst="rect">
            <a:avLst/>
          </a:prstGeom>
          <a:solidFill>
            <a:srgbClr val="818DA6"/>
          </a:solidFill>
          <a:ln/>
        </p:spPr>
      </p:sp>
      <p:sp>
        <p:nvSpPr>
          <p:cNvPr id="116" name="Shape 114"/>
          <p:cNvSpPr/>
          <p:nvPr/>
        </p:nvSpPr>
        <p:spPr>
          <a:xfrm>
            <a:off x="9610344" y="4878324"/>
            <a:ext cx="329184" cy="329184"/>
          </a:xfrm>
          <a:prstGeom prst="rect">
            <a:avLst/>
          </a:prstGeom>
          <a:solidFill>
            <a:srgbClr val="A68A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989820" y="4878324"/>
            <a:ext cx="329184" cy="329184"/>
          </a:xfrm>
          <a:prstGeom prst="rect">
            <a:avLst/>
          </a:prstGeom>
          <a:solidFill>
            <a:srgbClr val="B0C4A2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369296" y="4878324"/>
            <a:ext cx="329184" cy="329184"/>
          </a:xfrm>
          <a:prstGeom prst="rect">
            <a:avLst/>
          </a:prstGeom>
          <a:solidFill>
            <a:srgbClr val="8C728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748772" y="4878324"/>
            <a:ext cx="329184" cy="329184"/>
          </a:xfrm>
          <a:prstGeom prst="rect">
            <a:avLst/>
          </a:prstGeom>
          <a:solidFill>
            <a:srgbClr val="DDCCB1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128248" y="4878324"/>
            <a:ext cx="329184" cy="329184"/>
          </a:xfrm>
          <a:prstGeom prst="rect">
            <a:avLst/>
          </a:prstGeom>
          <a:solidFill>
            <a:srgbClr val="D9BFB0"/>
          </a:solidFill>
          <a:ln/>
        </p:spPr>
      </p:sp>
      <p:sp>
        <p:nvSpPr>
          <p:cNvPr id="121" name="Text 119"/>
          <p:cNvSpPr/>
          <p:nvPr/>
        </p:nvSpPr>
        <p:spPr>
          <a:xfrm>
            <a:off x="7818120" y="5367528"/>
            <a:ext cx="3963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DDCCB1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INTEL'S 90-MODULE DESIGN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A8F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77240"/>
            <a:ext cx="12191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62B2A"/>
                </a:solidFill>
                <a:latin typeface="Qwigley" pitchFamily="34" charset="0"/>
                <a:ea typeface="Qwigley" pitchFamily="34" charset="-122"/>
                <a:cs typeface="Qwigley" pitchFamily="34" charset="-120"/>
              </a:rPr>
              <a:t>the moral of the story…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90472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DO the UN-SEXY WORK.</a:t>
            </a:r>
            <a:endParaRPr lang="en-US" sz="4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800" spc="3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SEXY WORK COMPOUNDS on IT.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775808" y="3182112"/>
            <a:ext cx="640080" cy="0"/>
          </a:xfrm>
          <a:prstGeom prst="line">
            <a:avLst/>
          </a:prstGeom>
          <a:noFill/>
          <a:ln w="28575">
            <a:solidFill>
              <a:srgbClr val="DDDDD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336499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262B2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FIVE WEEKS, ONE PERSON, ONE AGENT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23848" y="3931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11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523848" y="4919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262B2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PAGES PUBLISHED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09848" y="3931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809848" y="4919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262B2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DRAFTS STAGED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5848" y="3931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095848" y="4919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262B2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BRANDS REBUILT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81848" y="3931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381848" y="4919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262B2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PRODUCT SOLD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0" y="55321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ODDTOE</a:t>
            </a:r>
            <a:pPr algn="ctr" indent="0" marL="0">
              <a:buNone/>
            </a:pPr>
            <a:r>
              <a:rPr lang="en-US" sz="1300" dirty="0">
                <a:solidFill>
                  <a:srgbClr val="262B2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 +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THE DATALABS AGENCY</a:t>
            </a:r>
            <a:pPr algn="ctr" indent="0" marL="0">
              <a:buNone/>
            </a:pPr>
            <a:r>
              <a:rPr lang="en-US" sz="1300" dirty="0">
                <a:solidFill>
                  <a:srgbClr val="262B2A"/>
                </a:solidFill>
                <a:latin typeface="Arvo" pitchFamily="34" charset="0"/>
                <a:ea typeface="Arvo" pitchFamily="34" charset="-122"/>
                <a:cs typeface="Arvo" pitchFamily="34" charset="-120"/>
              </a:rPr>
              <a:t> · Otto Ottinger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2026-08-26T02:20:46Z</dcterms:created>
  <dcterms:modified xsi:type="dcterms:W3CDTF">2026-08-26T02:20:46Z</dcterms:modified>
</cp:coreProperties>
</file>